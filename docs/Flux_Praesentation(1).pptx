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0:30 · Begrüssung (Kriterium 2.2): Lehrpersonen und Klasse begrüssen, Team kurz vorstellen, Thema nennen: Flux liest die Stromzählerdaten der Energieagentur Bünzli. Zeitbudget gesamt 15 Min, davon Demo max.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0:30 · Roter Faden (2.5): kurz den Ablauf nennen. Nach der Präsentation folgt das Gespräch mit den Lehrpersonen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1:00 · Auftraggeber: Energieagentur Bünzli (Roger Bünzli, fiktiv). Problem: zwei XML-Formate, als Text unlesbar. Ziel: beide Formate einlesen, lückenlose Zählerstände berechnen, Diagramme zeigen. Export: CSV ist Muss, JSON-Datei und HTTP POST sind Nice to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1:00 · Rollen vorstellen: [Namen pro Rolle einsetzen]. Vorgehen: fünf Tage nach IPERKA-ähnlichem Ablauf, Karten auf Trello pro Tag nummeriert (T&lt;Tag&gt;-&lt;Nr&gt;).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0:45 · Stack kurz nennen, nicht jedes Tool erklären. Wichtigster Punkt: alles läuft lokal im Browser, keine Daten verlassen den Rechner.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0:45 · sdat = Verbrauch pro Viertelstunde, ESL = absolute Zählerstände etwa monatlich. Erst die Kombination ergibt lückenlose Zählerstände. Relevant sind nur ID742 (Bezug) und ID735 (Einspeisung).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1:00 · Pipeline Schritt für Schritt: Worker hält die Seite flüssig. Parser sind robust: eine kaputte Datei landet in der Fehlerliste statt die App abzustürzen. Zählerstände werden ab dem nächsten ESL-Stand vorwärts und rückwärts gerechnet. Zoomstufen werden vorberechnet, damit die Diagramme schnell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1:00 · Drei Befunde erklären. Wichtig: Condition 21 heisst gemäss sdat-Standard «vorläufig», deshalb überspringen. Offener Punkt ehrlich ansprechen: negative Werte 2018 als Folge von Faktor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0:45 · Sechs Entscheide, die wir mit dem Auftraggeber abgestimmt haben. Nicht alle vorlesen – die wichtigsten: nur zwei Sensoren, Lücken markieren statt erfinden.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5:00 (max.!) · Demo vorbereitet, Browser offen, Beispieldaten bereit. Ablauf: Import → Verbrauch → Zählerstand → Export. Screenshots dienen als Backup, falls die Live-Demo streikt. [Ablauf an finalen Stand anpassen]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1:00 · Zahlen vor der Präsentation mit dem finalen Systemtest abgleichen. Details bei Nachfragen: 3'425 sdat-Dateien verwendet, 1'708 ignoriert (andere Sensoren), 306 komplett durch neuere Dateien ersetzt. 47 ESL-Dateien, 45 Stände pro Richtung. 128'060 Werte = 1'345 Tage × 96 − 11 fehlende Tage − 4 Werte Zeitumstellung. Lücken: 09.02.2020, 14.–15.06.2020, 18.–24.02.2021, 27.03.2021.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0:45 · Status pro Anforderung am Präsentationstag eintragen (z. B. erfüllt / teilweise / nicht erfüllt). Ausblick: was mit mehr Zeit noch gemacht würde.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0:45 · [Team ergänzt] Jede Person kann einen Punkt beisteuern.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0:15 · Verabschiedung (Kriterium 2.2), danach Übergang ins Gespräch mit den Lehrpersonen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24b-huengerlee/M306-Gruppe-4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24b-huengerlee/M306-Gruppe-4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097280" cy="10972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591056"/>
            <a:ext cx="658368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51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sdat- und ESL-Stromzählerdaten einlesen, visualisieren und exportieren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92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B6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M306 Gruppe 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BZZ · Modul 306 «IT-Kleinprojekt abwickeln» · Projektwoche 28.09.–02.10.2026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[Namen] · [Präsentationsdatum]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heute zeigen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 &amp; Auftrag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24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Vorgehen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655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06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Daten: sdat vs. ESL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48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&amp; Entscheide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24328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624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3465576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4655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Resultate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63640" y="4306824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306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&amp; Ausblick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63640" y="5148072"/>
            <a:ext cx="548640" cy="548640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148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AUSGANGSLAGE &amp; AUFTRAG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Smart-Meter-Daten, die niemand lesen kann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937760" cy="4297680"/>
          </a:xfrm>
          <a:prstGeom prst="roundRect">
            <a:avLst>
              <a:gd name="adj" fmla="val 255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982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 (FIKTIV)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54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Energieagentur Bünzli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Bünzli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5262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liefern zwei XML-Formate (sdat und ESL), die als Text nicht lesbar sind.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057400"/>
            <a:ext cx="566928" cy="566928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324" y="2182124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20840" y="2075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Einlesen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Formate, sdat und ESL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43600" y="2926080"/>
            <a:ext cx="566928" cy="566928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324" y="3050804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2084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7208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 Zählerstände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943600" y="3794760"/>
            <a:ext cx="566928" cy="566928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324" y="391948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2084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Visualisieren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7208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943600" y="4663440"/>
            <a:ext cx="566928" cy="566928"/>
          </a:xfrm>
          <a:prstGeom prst="ellipse">
            <a:avLst/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324" y="4788164"/>
            <a:ext cx="317480" cy="3174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720840" y="4681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Exportieren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6720840" y="50749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720840" y="50749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503920" y="50749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503920" y="50749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JSON-Datei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10287000" y="50749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0287000" y="50749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TEAM &amp; VORGEHEN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Rollen, fünf Tage, ein Trello-Board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175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173736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01" y="21323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Datenlogik · Main Dev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0175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17920" y="173736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1323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7804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Benutzeroberfläche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0175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52560" y="173736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2688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1" y="213238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01268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0" y="30175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 auf Trello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eine Karte pro Aufgabe, benannt «T&lt;Tag&gt;-&lt;Nr&gt;» · [Anzahl] Mitglieder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85800" y="4709160"/>
            <a:ext cx="9144000" cy="0"/>
          </a:xfrm>
          <a:prstGeom prst="line">
            <a:avLst/>
          </a:prstGeom>
          <a:noFill/>
          <a:ln w="25400">
            <a:solidFill>
              <a:srgbClr val="E4E4E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8640" y="4572000"/>
            <a:ext cx="274320" cy="274320"/>
          </a:xfrm>
          <a:prstGeom prst="ellipse">
            <a:avLst/>
          </a:prstGeom>
          <a:solidFill>
            <a:srgbClr val="FFB60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4864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 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28.09.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5303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Initialisierung &amp; Planung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2834640" y="4572000"/>
            <a:ext cx="274320" cy="274320"/>
          </a:xfrm>
          <a:prstGeom prst="ellipse">
            <a:avLst/>
          </a:prstGeom>
          <a:solidFill>
            <a:srgbClr val="FFB60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83464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 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29.09.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2834640" y="5303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 &amp; Logik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5120640" y="4572000"/>
            <a:ext cx="274320" cy="274320"/>
          </a:xfrm>
          <a:prstGeom prst="ellipse">
            <a:avLst/>
          </a:prstGeom>
          <a:solidFill>
            <a:srgbClr val="FFB60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12064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 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30.09.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5120640" y="5303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Realisierung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7406640" y="4572000"/>
            <a:ext cx="274320" cy="274320"/>
          </a:xfrm>
          <a:prstGeom prst="ellipse">
            <a:avLst/>
          </a:prstGeom>
          <a:solidFill>
            <a:srgbClr val="FFB60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40664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 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01.10.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7406640" y="5303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Realisierung &amp; Kontrolle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692640" y="4572000"/>
            <a:ext cx="274320" cy="274320"/>
          </a:xfrm>
          <a:prstGeom prst="ellipse">
            <a:avLst/>
          </a:prstGeom>
          <a:solidFill>
            <a:srgbClr val="FFB60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69264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 </a:t>
            </a:r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02.10.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9692640" y="5303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 &amp; Auswertung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TECHNOLOGIE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Moderner Web-Stack, komplett im Browser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16.3 + React 19.2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 + shadcn/ui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bklit (visx + Motion)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XML-PARSING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fast-xml-parser 5.11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5.0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CODEQUALITÄT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+ Prettier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52560" y="3108960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8116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Git/GitHub · VS Code · Node.js 22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5042916"/>
            <a:ext cx="384048" cy="38404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783080" y="49194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 by Design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1783080" y="5285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werden lokal im Browser verarbeitet – nichts wird hochgeladen.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200" u="sng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github.com/im24b-huengerlee/M306-Gruppe-4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DIE DATEN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Formate, die sich ergänzen müssen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5'180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vom Auftraggeber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5'133 sdat · 47 ESL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SENSOREN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77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ID742 · Bezug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 → Gebäude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8920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ID735 · Einspeisung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→ Netz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737360"/>
          <a:ext cx="725119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92608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Inhalt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relativer Verbrauch pro 15 Min (kWh)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Zählerstände (kWh)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Datei pro Sensor und Tag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ca. monatlich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Hoch- + Niedertarif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04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 Angabe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Zeitraum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01.01.2018 – 06.09.2021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01.2019 – 09.2022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VERARBEITUNG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der XML-Datei zum Diagramm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620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sdat- und ESL-Dateien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256032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29000" y="1737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196596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Worker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8620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bleibt reaktiv, Fortschritt alle 50 Dateien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603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1737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37960" y="196596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28620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Datei; stürzt nie ab, fehlerhafte Dateien → Fehlerliste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560320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89720" y="1737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196596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4183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94183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Zusammenführen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418320" y="28620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Richtung; Duplikate: neuestes Erstelldatum gewinnt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864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7724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Zählerstände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77240" y="51023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15 Min; ab nächstem ESL-Stand vorwärts addieren, rückwärts subtrahieren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4800600"/>
            <a:ext cx="274320" cy="2743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342900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0" y="420624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6576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365760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Prüfen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3657600" y="51023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 finden; sdat-Summe vs. ESL-Zuwachs pro Monat</a:t>
            </a:r>
            <a:endParaRPr lang="en-US" sz="12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4800600"/>
            <a:ext cx="274320" cy="27432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30936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537960" y="420624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53796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653796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Zoomstufen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6537960" y="51023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· Stunde · Tag · Woche · Monat (CH-Zeit inkl. Sommerzeit)</a:t>
            </a:r>
            <a:endParaRPr lang="en-US" sz="12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4800600"/>
            <a:ext cx="274320" cy="27432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918972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418320" y="4206240"/>
            <a:ext cx="411480" cy="4114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94183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9418320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1600" dirty="0"/>
          </a:p>
        </p:txBody>
      </p:sp>
      <p:sp>
        <p:nvSpPr>
          <p:cNvPr id="50" name="Text 42"/>
          <p:cNvSpPr txBox="1"/>
          <p:nvPr/>
        </p:nvSpPr>
        <p:spPr>
          <a:xfrm>
            <a:off x="9418320" y="51023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alle Seiten der App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HERAUSFORDERUNGEN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in den Daten gefunden haben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Zeitzone fehlt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ESL-Zeiten haben keine Zeitzone.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Geprüft: Schweizer Lokalzeit → nach UTC umgerechnet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4256" y="17373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08576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21323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08576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Duplikate &amp; Platzhalter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doppelte Zeitstempel. Status «Condition 21» = vorläufig, Wert 0 – der echte Wert kommt später in einer neueren Datei.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Platzhalter werden übersprungen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19872" y="17373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94192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21323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94192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Faktor 3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94192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sdat-Werte sind exakt 3× der ESL-Zuwachs (3.00 in jedem vollständigen Monat).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Entscheid Auftraggeber: Werte so belassen (Testdaten)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EF3F2"/>
          </a:solidFill>
          <a:ln w="19050">
            <a:solidFill>
              <a:srgbClr val="F0443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5307178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1640" y="51389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Zählerstände 2018 – Ergebnis: [geklärt / offen]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691640" y="54589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 Faktor 3 werden die rückwärts berechneten Stände negativ (Bezug bis 09.2018, Einspeisung bis 04.2018) → [Lösung mit Auftraggeber ergänzen]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ENTSCHEIDE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mit dem Auftraggeber geklärt haben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ID742 &amp; ID735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ID26256, ID26257, ID26263 werden als «ignoriert» aufgeführt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4256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201168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21323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0857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Lücken sichtbar machen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Unvollständige Monate markieren, keine Werte auffüllen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19872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94192" y="201168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21323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09.2021 nur ESL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werden nur noch ESL-Stände angezeigt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3269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rückwärts rechnen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dem ersten ESL-Stand zurückgerechnet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34256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08576" y="420624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432694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608576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Wasserzähler ignorieren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608576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Wasserzähler in ESL-Dateien wird nicht ausgewertet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119872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94192" y="4206240"/>
            <a:ext cx="548640" cy="5486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32694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94192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Benutzer-Management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394192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über ein fixes Passwort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LIVE-DEMO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in Aktion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B6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5 Minuten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691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6262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6262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Zählerstand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06640" y="1691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6262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262626"/>
          </a:solidFill>
          <a:ln w="19050">
            <a:solidFill>
              <a:srgbClr val="52525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256032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einfügen]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4256" y="25603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262626"/>
          </a:solidFill>
          <a:ln w="19050">
            <a:solidFill>
              <a:srgbClr val="52525B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334256" y="256032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einfügen]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334256" y="5623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 / Zählerstand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19872" y="25603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262626"/>
          </a:solidFill>
          <a:ln w="19050">
            <a:solidFill>
              <a:srgbClr val="52525B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119872" y="256032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einfügen]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19872" y="5623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TESTS &amp; RESULTATE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Systemtest mit allen Beispieldaten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[Datum] · Node, single thread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~44 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5'180 Dateien eingelesen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17373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9202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B6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6060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18304" y="17373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01184" y="19202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B6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[Anzahl]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26060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in [Anzahl] Dateien – alle grün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31'644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348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Werte entfernt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33472" y="35661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37490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128'888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44348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Platzhalter (Condition 21) übersprungen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18304" y="3566160"/>
            <a:ext cx="1901952" cy="1645920"/>
          </a:xfrm>
          <a:prstGeom prst="roundRect">
            <a:avLst>
              <a:gd name="adj" fmla="val 666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37490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128'060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901184" y="44348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pro Richtung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37360"/>
          <a:ext cx="4690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96312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Inhalt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sdat einlesen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76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 einlesen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76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Duplikate / Platzhalter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76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Zählerstände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T05–T08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Diagramme, CSV,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5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949440" y="457200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Lücken</a:t>
            </a:r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 unvollständige Monate markiert: 01.2020, 05.2020, 01.2021, 02.2021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525780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[Bemerkungen zu nicht bestandenen Tests]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ERGEBNIS &amp; AUSBLICK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erreicht haben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Formate einlesen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223113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231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 Zählerstände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9504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889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7614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198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Verbrauch &amp; Zählerstand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35478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547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4198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782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CSV-Export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2062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736592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736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JSON-Datei-Export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486460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4864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47365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394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63440" y="552297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55229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5394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80960" y="1737360"/>
            <a:ext cx="3959352" cy="4315968"/>
          </a:xfrm>
          <a:prstGeom prst="roundRect">
            <a:avLst>
              <a:gd name="adj" fmla="val 277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2011680"/>
            <a:ext cx="548640" cy="54864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981" y="2132381"/>
            <a:ext cx="307238" cy="307238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95528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7955280" y="324612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[Was noch offen ist / nächste Schritte – Team ergänzt]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18872" cy="118872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FAZIT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5249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lief gut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ergänzt]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4256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2011680"/>
            <a:ext cx="640080" cy="6400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1524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08576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war schwierig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ergänzt]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19872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94192" y="2011680"/>
            <a:ext cx="640080" cy="64008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10" y="215249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4192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nehmen wir mit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ergänzt]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· M306 Gruppe 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B603"/>
          </a:solidFill>
          <a:ln w="12700">
            <a:solidFill>
              <a:srgbClr val="FFB60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 für die Aufmerksamkeit.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B6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M306 Gruppe 4 · </a:t>
            </a:r>
            <a:pPr indent="0" marL="0">
              <a:buNone/>
            </a:pPr>
            <a:r>
              <a:rPr lang="en-US" sz="1500" u="sng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github.com/im24b-huengerlee/M306-Gruppe-4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– M306 Gruppe 4</dc:title>
  <dc:subject>PptxGenJS Presentation</dc:subject>
  <dc:creator>PptxGenJS</dc:creator>
  <cp:lastModifiedBy>PptxGenJS</cp:lastModifiedBy>
  <cp:revision>1</cp:revision>
  <dcterms:created xsi:type="dcterms:W3CDTF">2026-09-30T09:03:20Z</dcterms:created>
  <dcterms:modified xsi:type="dcterms:W3CDTF">2026-09-30T09:03:20Z</dcterms:modified>
</cp:coreProperties>
</file>